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Zisanda Hub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non-technical guide to every app in the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Zisanda 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Zisanda Hub brings together business tools in one web dashboard so users can manage email, websites, social media, and business systems from a single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users read, summarize, draft, and send email messages with easy prompts. It turns your inbox into a simple conversation where you can ask for replies, summaries, or next steps without needing to write every message yourself.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Odoo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Lets users plan and create their own Odoo business system. It guides you through setting up a local environment, choosing the right business modules, and launching a working ERP system for sales, CRM, or web presence.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social media management, especially Instagram. It supports content creation, posting, engagement, and account planning through a friendly dashboard and AI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Helper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website themes, CSS styles, and page layouts. It helps users design attractive website sections and inject them into the project without needing to code every style manually.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CIPC Registration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Monitors new company registrations and helps users prepare business paperwork. It can summarize new registrations and send helpful email reports for business outreach.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Follower Quality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Analyzes Instagram accounts to estimate follower authenticity. It flags suspicious accounts and gives clear, non-technical feedback about whether a profile looks real or inflated.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Growth Strategy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Builds a simple 30-day growth plan for Instagram. It gives easy-to-follow content ideas, posting schedule tips, and growth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Manager &amp;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teams prepare a branded business package and deploy a custom Odoo environment for a client. It is focused on creating a polished, client-ready system with the right styling and setup.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Traffic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a view of website activity and engagement. This app is focused on showing how visitors use the site and where improvement may be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Gives quick technical checks for the hub environment, such as Docker status and log access. It is meant for support use to keep the system running smoothly.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the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at the dashboard, open the app you need, then follow the guided prompts. Each app is built around a simple task: email, website design, social media, business setup, or system health.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